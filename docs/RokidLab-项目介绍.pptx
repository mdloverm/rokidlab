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RokidLab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Rokid 眼镜配套手机应用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2743200" cy="54864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应用商店 · 屏幕镜像 · 手机投屏 · 文件管理 · ADB工具 · 蓝牙手柄 · 设置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95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v2.0  |  2026-07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7A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作者: DLOVER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E85D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331720"/>
            <a:ext cx="228600" cy="228600"/>
          </a:xfrm>
          <a:prstGeom prst="ellipse">
            <a:avLst/>
          </a:prstGeom>
          <a:solidFill>
            <a:srgbClr val="E85D3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应用商店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浏览、搜索、安装 Rokid 眼镜应用，多商店源切换，本地 APK 安装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228600" cy="228600"/>
          </a:xfrm>
          <a:prstGeom prst="ellipse">
            <a:avLst/>
          </a:prstGeom>
          <a:solidFill>
            <a:srgbClr val="5B8FB9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屏幕镜像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将眼镜屏幕实时显示在手机上，基于 scrcpy-server + H.264 硬件解码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228600" cy="228600"/>
          </a:xfrm>
          <a:prstGeom prst="ellipse">
            <a:avLst/>
          </a:prstGeom>
          <a:solidFill>
            <a:srgbClr val="D4A85C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手机投屏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将手机屏幕投射到眼镜，MediaProjection + Socket 传输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228600" cy="2286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文件管理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通过 ADB 浏览、上传、下载、管理眼镜文件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228600" cy="22860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 工具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应用管理、定时消息/启动、系统信息、Shell 命令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074920"/>
            <a:ext cx="228600" cy="228600"/>
          </a:xfrm>
          <a:prstGeom prst="ellipse">
            <a:avLst/>
          </a:prstGeom>
          <a:solidFill>
            <a:srgbClr val="FD79A8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蓝牙手柄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手机模拟键盘/鼠标/游戏手柄，蓝牙 HID 协议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623560"/>
            <a:ext cx="228600" cy="228600"/>
          </a:xfrm>
          <a:prstGeom prst="ellipse">
            <a:avLst/>
          </a:prstGeom>
          <a:solidFill>
            <a:srgbClr val="7D7A70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5486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设置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04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语言切换、眼镜服务管理、主题切换、日志面板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技术栈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语言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21945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Kotlin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33472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334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 框架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63347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Jetpack Compose (Material 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72384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0723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字体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07238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JetBrains Mono（全站等宽）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11296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112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设计系统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51129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双主题配色（丝绒炭黑 + 冰蓝冰川）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50208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50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眼镜通信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395020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CXR-L SDK (client-l) + CXR-S SDK (cxr-service-bridge)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89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 协议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43891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自实现完整 ADB TCP 协议（不依赖 adb.exe）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828032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280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蓝牙 HID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482803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BluetoothHidDevice API，自定义报表描述符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5266944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266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投屏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526694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MediaProjection API + Socket 传输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5705856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7058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网络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0" y="570585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HttpClient 封装（替代 HttpURLConnection）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6144768"/>
            <a:ext cx="2926080" cy="347472"/>
          </a:xfrm>
          <a:prstGeom prst="rect">
            <a:avLst>
              <a:gd name="adj" fmla="val 13158"/>
            </a:avLst>
          </a:prstGeom>
          <a:solidFill>
            <a:srgbClr val="24242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61447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本地化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0" y="614476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Android 原生资源系统 + Crowdin 云端翻译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D4A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项目架构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5303520" cy="3840480"/>
          </a:xfrm>
          <a:prstGeom prst="roundRect">
            <a:avLst>
              <a:gd name="adj" fmla="val 3571"/>
            </a:avLst>
          </a:prstGeom>
          <a:solidFill>
            <a:srgbClr val="151518"/>
          </a:solidFill>
          <a:ln w="19050">
            <a:solidFill>
              <a:srgbClr val="E85D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手机端 (phone-app)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UI: Jetpack Compose (StoreTheme + DesignComponents)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0815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ADB: AdbShellClient / AdbFileManagerClient / AdbScreenMirrorClient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4655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HID: BluetoothHidManager + GamepadActivity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84962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投屏: PhoneMirrorService / PhoneMirrorActivity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23367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网络: HttpClient / ApkDownloader / IconLoader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设置: LocalizationManager / BrewThemeManager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CXR-L SDK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291840"/>
            <a:ext cx="1371600" cy="274320"/>
          </a:xfrm>
          <a:prstGeom prst="rightArrow">
            <a:avLst/>
          </a:prstGeom>
          <a:solidFill>
            <a:srgbClr val="D4A85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657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 TCP (WiFi)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0" y="4114800"/>
            <a:ext cx="1371600" cy="274320"/>
          </a:xfrm>
          <a:prstGeom prst="leftArrow">
            <a:avLst/>
          </a:prstGeom>
          <a:solidFill>
            <a:srgbClr val="8A878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蓝牙 HID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0" y="2103120"/>
            <a:ext cx="4389120" cy="3840480"/>
          </a:xfrm>
          <a:prstGeom prst="roundRect">
            <a:avLst>
              <a:gd name="adj" fmla="val 3571"/>
            </a:avLst>
          </a:prstGeom>
          <a:solidFill>
            <a:srgbClr val="151518"/>
          </a:solidFill>
          <a:ln w="19050">
            <a:solidFill>
              <a:srgbClr val="5B8F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眼镜端 (RokidLink)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PhoneMirrorServer（Socket 投屏接收）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30815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PhoneMirrorActivity（投屏画面渲染）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34655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TextInputService（TCP 文字输入）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384962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ScreenMirrorIntentActivity（scrcpy 中转）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233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• MainActivity（WiFi/ADB 状态面板）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设计系统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Design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B0B0E"/>
          </a:solidFill>
          <a:ln w="12700">
            <a:solidFill>
              <a:srgbClr val="2C2C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丝绒炭黑 (Velvet Dark)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画廊暗室 × 油画颜料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5D3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399032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5B8FB9"/>
          </a:solidFill>
          <a:ln/>
        </p:spPr>
      </p:sp>
      <p:sp>
        <p:nvSpPr>
          <p:cNvPr id="12" name="Text 10"/>
          <p:cNvSpPr/>
          <p:nvPr/>
        </p:nvSpPr>
        <p:spPr>
          <a:xfrm>
            <a:off x="1399032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Mirror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066544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D4A85C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34056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2734056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FileMgr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401568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0CEC9"/>
          </a:solidFill>
          <a:ln/>
        </p:spPr>
      </p:sp>
      <p:sp>
        <p:nvSpPr>
          <p:cNvPr id="18" name="Text 16"/>
          <p:cNvSpPr/>
          <p:nvPr/>
        </p:nvSpPr>
        <p:spPr>
          <a:xfrm>
            <a:off x="3401568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069080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D79A8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736592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7D7A70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2A09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共同规范：统一 12dp 圆角 · 1dp 边框 · 无硬阴影 · JetBrains Mono 等宽字体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F7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BrewColors 接口定义 14 色 · 七模块七色撞色方案 · 设置中随时切换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0F5FF"/>
          </a:solidFill>
          <a:ln w="12700">
            <a:solidFill>
              <a:srgbClr val="2C2C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冰蓝冰川 (Cool Blue)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北极冰川 × 浅蓝天光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E85D3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159752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5B8FB9"/>
          </a:solidFill>
          <a:ln/>
        </p:spPr>
      </p:sp>
      <p:sp>
        <p:nvSpPr>
          <p:cNvPr id="31" name="Text 29"/>
          <p:cNvSpPr/>
          <p:nvPr/>
        </p:nvSpPr>
        <p:spPr>
          <a:xfrm>
            <a:off x="7159752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Mirror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827264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D4A85C"/>
          </a:solidFill>
          <a:ln/>
        </p:spPr>
      </p:sp>
      <p:sp>
        <p:nvSpPr>
          <p:cNvPr id="33" name="Text 31"/>
          <p:cNvSpPr/>
          <p:nvPr/>
        </p:nvSpPr>
        <p:spPr>
          <a:xfrm>
            <a:off x="7827264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Projection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494776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8494776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FileMgr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162288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00CEC9"/>
          </a:solidFill>
          <a:ln/>
        </p:spPr>
      </p:sp>
      <p:sp>
        <p:nvSpPr>
          <p:cNvPr id="37" name="Text 35"/>
          <p:cNvSpPr/>
          <p:nvPr/>
        </p:nvSpPr>
        <p:spPr>
          <a:xfrm>
            <a:off x="9162288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829800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FD79A8"/>
          </a:solidFill>
          <a:ln/>
        </p:spPr>
      </p:sp>
      <p:sp>
        <p:nvSpPr>
          <p:cNvPr id="39" name="Text 37"/>
          <p:cNvSpPr/>
          <p:nvPr/>
        </p:nvSpPr>
        <p:spPr>
          <a:xfrm>
            <a:off x="9829800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0497312" y="32004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7D7A70"/>
          </a:solidFill>
          <a:ln/>
        </p:spPr>
      </p:sp>
      <p:sp>
        <p:nvSpPr>
          <p:cNvPr id="41" name="Text 39"/>
          <p:cNvSpPr/>
          <p:nvPr/>
        </p:nvSpPr>
        <p:spPr>
          <a:xfrm>
            <a:off x="10497312" y="37947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117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Settings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922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3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共同规范：统一 12dp 圆角 · 1dp 边框 · 无硬阴影 · JetBrains Mono 等宽字体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3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BrewColors 接口定义 14 色 · 七模块七色撞色方案 · 设置中随时切换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E85D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应用商店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 Store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浏览搜索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219456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浏览 Rokid 眼镜应用，支持搜索过滤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24912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7249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多源切换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72491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Gitee / GitHub 双商店源，对应图标标识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5526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下拉刷新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255264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手动获取最新应用列表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85616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856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精选横向滑动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0" y="3785616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精选应用横向滑动展示全部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315968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159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分类标签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4315968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 种分类，支持中英文本地化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846320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8463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本地 APK 安装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484632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从文件管理器选择 APK 安装到眼镜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5376672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37667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应用详情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5376672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来源标识、截图、版本信息、更新日志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屏幕镜像 &amp; 手机投屏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Screen Mirror &amp; Phone Cast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151518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屏幕镜像 (Mirror)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眼镜 → 手机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基于 scrcpy-server 获取 H.264 硬件编码流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3009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ADB tunnel_forward 建立转发通道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301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手机端 MediaCodec 零拷贝解码渲染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9593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首次连接自动推送 scrcpy-server.jar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2885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支持缩放、双指平移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ADB TCP 断线自动重连（最多 3 次）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9469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灰度转换使用整数运算 + 缓冲区复用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151518"/>
          </a:solidFill>
          <a:ln w="12700">
            <a:solidFill>
              <a:srgbClr val="D4A8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手机投屏 (Cast)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手机 → 眼镜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971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基于 CXR-L SDK + MediaProjection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33009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Socket 传屏协议（方向+宽高+灰度数据）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36301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帧健康看门狗（30s 无帧自动恢复）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9593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ImageReader 自恢复（方向切换不中断）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428853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Socket 无限重连（独立线程池）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全品牌兼容（华为/小米/OPPO/vivo 黑屏修复）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49469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悬浮窗权限弹窗「不再提示」选项（v1.7）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 自实现协议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 ADB over TCP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TCP Socket 直连眼镜 ADB 端口（5555），无需 adb.exe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670048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70048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RSA 密钥认证：AUTH/SIGNATURE/RSA_PUBLIC 握手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45536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14553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Shell service：执行远程 shell 命令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621024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2102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Sync 协议：RECV/SEND/DATA/DONE 文件上传下载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096512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96512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应用管理：启动/卸载/冻结/提取 APK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572000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572000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定时功能：定时消息推送 + 定时打开应用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047488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047488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系统信息：设备属性、存储、电量查询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522976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5229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ReentrantLock 串行化多协程并发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5998464"/>
            <a:ext cx="10515600" cy="402336"/>
          </a:xfrm>
          <a:prstGeom prst="roundRect">
            <a:avLst>
              <a:gd name="adj" fmla="val 11364"/>
            </a:avLst>
          </a:prstGeom>
          <a:solidFill>
            <a:srgbClr val="24242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998464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▶ AdbPasteCompat：ADB 原始协议粘贴工具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蓝牙 HID 手柄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Bluetooth HID Gamepad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1031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151518"/>
          </a:solidFill>
          <a:ln w="12700">
            <a:solidFill>
              <a:srgbClr val="FD7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7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 架构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Android BluetoothHidDevice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4495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3 个 Report ID：Consumer / Keyboard / Mouse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9242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方向键走 Consumer Control 通道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73989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功能键走 Keyboard 通道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08736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鼠标模式：触控板 → 相对位移报表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智能重连：递增等待（3s~15s）×5 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78231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• 安全退出：先 disconnect 再 unregister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151518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键盘输入三层方案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2697480"/>
            <a:ext cx="4754880" cy="411480"/>
          </a:xfrm>
          <a:prstGeom prst="roundRect">
            <a:avLst>
              <a:gd name="adj" fmla="val 11111"/>
            </a:avLst>
          </a:prstGeom>
          <a:solidFill>
            <a:srgbClr val="24242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① TCP 直连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26974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TextInputService → 剪贴板 → paste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3200400"/>
            <a:ext cx="4754880" cy="411480"/>
          </a:xfrm>
          <a:prstGeom prst="roundRect">
            <a:avLst>
              <a:gd name="adj" fmla="val 11111"/>
            </a:avLst>
          </a:prstGeom>
          <a:solidFill>
            <a:srgbClr val="24242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② ADB 原始协议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TCP 连接 5555 → shell input paste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703320"/>
            <a:ext cx="4754880" cy="411480"/>
          </a:xfrm>
          <a:prstGeom prst="roundRect">
            <a:avLst>
              <a:gd name="adj" fmla="val 11111"/>
            </a:avLst>
          </a:prstGeom>
          <a:solidFill>
            <a:srgbClr val="24242A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③ HID Ctrl+V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BluetoothHidDevice.sendReport() 兜底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三层依次尝试，前一种失败自动降级，始终确保文字能送达眼镜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自动从 phoneMirrorIp 获取眼镜 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文件管理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Manager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通过 ADB sync 协议浏览和管理眼镜文件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724912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24912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上传/下载/删除/重命名/新建文件夹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55264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55264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复制/剪切/粘贴操作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785616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85616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图片预览 + 文本查看（shell cat / 本地缓存）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15968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15968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APK 安装：直接从文件管理器安装到眼镜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46320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排序：按名称/大小/日期，升序/降序切换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5376672"/>
            <a:ext cx="10515600" cy="438912"/>
          </a:xfrm>
          <a:prstGeom prst="roundRect">
            <a:avLst>
              <a:gd name="adj" fmla="val 10417"/>
            </a:avLst>
          </a:prstGeom>
          <a:solidFill>
            <a:srgbClr val="24242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376672"/>
            <a:ext cx="1005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📁 中文目录上传超时问题修复（v1.7）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D4A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全品牌兼容性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Cross-brand Compatibility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151518"/>
          </a:solidFill>
          <a:ln w="19050">
            <a:solidFill>
              <a:srgbClr val="E85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4560"/>
            <a:ext cx="73152" cy="475488"/>
          </a:xfrm>
          <a:prstGeom prst="roundRect">
            <a:avLst/>
          </a:prstGeom>
          <a:solidFill>
            <a:srgbClr val="E85D3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华为 EMUI 12+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194560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投屏黑屏自动修复（HWC 禁用 + 软件渲染强制）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761488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151518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761488"/>
            <a:ext cx="73152" cy="475488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7614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小米 MIUI 14+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761488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投屏黑屏自动修复 + 后台保活引导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328416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151518"/>
          </a:solidFill>
          <a:ln w="19050">
            <a:solidFill>
              <a:srgbClr val="00A9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328416"/>
            <a:ext cx="73152" cy="475488"/>
          </a:xfrm>
          <a:prstGeom prst="roundRect">
            <a:avLst/>
          </a:prstGeom>
          <a:solidFill>
            <a:srgbClr val="00A98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32841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OPPO ColorOS 13+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328416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投屏黑屏修复 + 悬浮窗权限自动检测引导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95344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151518"/>
          </a:solidFill>
          <a:ln w="19050">
            <a:solidFill>
              <a:srgbClr val="415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895344"/>
            <a:ext cx="73152" cy="475488"/>
          </a:xfrm>
          <a:prstGeom prst="roundRect">
            <a:avLst/>
          </a:prstGeom>
          <a:solidFill>
            <a:srgbClr val="415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89534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vivo Funtouch OS 13+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3895344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投屏黑屏修复 + 10 分钟后台硬限制提示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462272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15151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462272"/>
            <a:ext cx="73152" cy="475488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46227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联发科/麒麟芯片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0" y="4462272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自动降级投屏分辨率，编码器回退到 OMX.google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029200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151518"/>
          </a:solidFill>
          <a:ln w="19050">
            <a:solidFill>
              <a:srgbClr val="142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029200"/>
            <a:ext cx="73152" cy="475488"/>
          </a:xfrm>
          <a:prstGeom prst="roundRect">
            <a:avLst/>
          </a:prstGeom>
          <a:solidFill>
            <a:srgbClr val="1428A0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502920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三星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0" y="5029200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Deep Sleep 检测，避免前台服务超 15 分钟降权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5596128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151518"/>
          </a:solidFill>
          <a:ln w="19050">
            <a:solidFill>
              <a:srgbClr val="00CE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5596128"/>
            <a:ext cx="73152" cy="475488"/>
          </a:xfrm>
          <a:prstGeom prst="roundRect">
            <a:avLst/>
          </a:prstGeom>
          <a:solidFill>
            <a:srgbClr val="00CEC9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55961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QTI 蓝牙栈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0" y="5596128"/>
            <a:ext cx="6675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HID sendReport 自动降级 + HOGP 手动开启引导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7D7A7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代码质量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Quality &amp; 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51518"/>
          </a:solidFill>
          <a:ln w="19050">
            <a:solidFill>
              <a:srgbClr val="E85D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12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配置管理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AppConfig 集中管理所有配置参数（端口、超时、重试次数）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852928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51518"/>
          </a:solidFill>
          <a:ln w="19050">
            <a:solidFill>
              <a:srgbClr val="5B8F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712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线程安全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1272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synchronized 锁 + @Volatile + 协程 Channel/Flow 通信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511296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51518"/>
          </a:solidFill>
          <a:ln w="19050">
            <a:solidFill>
              <a:srgbClr val="D4A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5295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资源管理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78561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所有网络连接、文件流、ADB 连接使用后正确关闭释放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169664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51518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安全性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44398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RSA 私钥仅应用可读写 · 输入验证防注入 · HTTPS 证书验证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828032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51518"/>
          </a:solidFill>
          <a:ln w="19050">
            <a:solidFill>
              <a:srgbClr val="00CE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错误处理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102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try-catch 包裹 · BrewStateCard 用户友好提示 · 详细日志记录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48640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51518"/>
          </a:solidFill>
          <a:ln w="19050">
            <a:solidFill>
              <a:srgbClr val="FD7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504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79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性能优化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灰度转换整数运算 · Coil 图片缓存 · 协程异步避免主线程阻塞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E85D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v2.0 更新亮点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9090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What's New in v2.0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51518"/>
          </a:solidFill>
          <a:ln w="25400">
            <a:solidFill>
              <a:srgbClr val="E85D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304288"/>
            <a:ext cx="320040" cy="320040"/>
          </a:xfrm>
          <a:prstGeom prst="ellipse">
            <a:avLst/>
          </a:prstGeom>
          <a:solidFill>
            <a:srgbClr val="E85D3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04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ADB 协议修复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修复 CLSE 误判 + 流关闭协议错误，文件上传不再回退慢速 shell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3464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51518"/>
          </a:solidFill>
          <a:ln w="25400">
            <a:solidFill>
              <a:srgbClr val="5B8F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944368"/>
            <a:ext cx="320040" cy="320040"/>
          </a:xfrm>
          <a:prstGeom prst="ellipse">
            <a:avLst/>
          </a:prstGeom>
          <a:solidFill>
            <a:srgbClr val="5B8FB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44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眼镜长按修复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28346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修复忽略 LONG_PRESS 广播 + 启动兜底命令行支持非标准 Activity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51518"/>
          </a:solidFill>
          <a:ln w="25400">
            <a:solidFill>
              <a:srgbClr val="D4A8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584448"/>
            <a:ext cx="320040" cy="320040"/>
          </a:xfrm>
          <a:prstGeom prst="ellipse">
            <a:avLst/>
          </a:prstGeom>
          <a:solidFill>
            <a:srgbClr val="D4A8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584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按键持久性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89120" y="34747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WakeLock + SCREEN_ON + 心跳自检，按键不再过一会失效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51518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4224528"/>
            <a:ext cx="320040" cy="3200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224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按键设置 UI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912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第三方应用改为下拉列表，长列表可滚动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75488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51518"/>
          </a:solidFill>
          <a:ln w="25400">
            <a:solidFill>
              <a:srgbClr val="00CE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864608"/>
            <a:ext cx="320040" cy="32004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864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应用商店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89120" y="47548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图标增加黑色底，视觉更统一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539496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151518"/>
          </a:solidFill>
          <a:ln w="25400">
            <a:solidFill>
              <a:srgbClr val="FD79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5504688"/>
            <a:ext cx="320040" cy="320040"/>
          </a:xfrm>
          <a:prstGeom prst="ellipse">
            <a:avLst/>
          </a:prstGeom>
          <a:solidFill>
            <a:srgbClr val="FD79A8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55046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B0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554480" y="5394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F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体验优化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89120" y="53949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listPackages 60 秒缓存，二次打开秒开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51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5D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2743200" cy="54864"/>
          </a:xfrm>
          <a:prstGeom prst="rect">
            <a:avLst/>
          </a:prstGeom>
          <a:solidFill>
            <a:srgbClr val="5B8F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0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RokidLab — Rokid 眼镜配套手机应用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8FB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https://gitee.com/dlover1314/RokidLab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作者: DLOVER  |  爱发电: https://ifdian.net/a/rokidlab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7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2026-07-03T03:33:22Z</dcterms:created>
  <dcterms:modified xsi:type="dcterms:W3CDTF">2026-07-03T03:33:22Z</dcterms:modified>
</cp:coreProperties>
</file>